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흉부 X-ray 기반</a:t>
            </a:r>
            <a:br/>
            <a:r>
              <a:t>폐렴 이상탐지 실험</a:t>
            </a:r>
          </a:p>
          <a:p>
            <a:pPr>
              <a:spcBef>
                <a:spcPts val="1600"/>
              </a:spcBef>
              <a:defRPr sz="2000">
                <a:solidFill>
                  <a:srgbClr val="A5F3FC"/>
                </a:solidFill>
              </a:defRPr>
            </a:pPr>
            <a:r>
              <a:t>비지도 학습 · PatchCore · 3단계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(과목명)  |  (학번)  |  (이름)  |  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연구 배경 &amp;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폐렴 조기 탐지는 임상적으로 중요하지만, 질환 데이터 라벨링 비용이 큼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정상(NORMAL) 영상만으로 학습 → 이상탐지 (Unsupervised AD)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핵심 과제: 학습 도메인과 다른 RSNA 데이터에서도 잘 동작하는가?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연구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Chest X-ray NORMAL만으로 Conv AE / U-Net AE / PatchCore 학습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Exp1 (Chest X-ray test) vs Exp2 (RSNA) 성능 비교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전처리·HP 튜닝으로 Exp2 AUROC 최대화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우승 기준: Exp2 (RSNA) AUROC 최대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평가 지표: AUROC (주), F1 / Precision / Recall (보조)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2E"/>
                </a:solidFill>
              </a:defRPr>
            </a:pPr>
            <a:r>
              <a:t>데이터 &amp; 실험 설계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데이터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Chest X-ray 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비지도 학습 (정상만)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Exp1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Chest X-ray test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동일 도메인 검증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Exp2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RSNA Pneumonia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외부 도메인 · 일반화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환경: Python · PyTorch · AWS EC2 GPU  |  3 Phase 실험 (총 21 runs)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7C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방법론</a:t>
            </a:r>
          </a:p>
          <a:p>
            <a:pPr>
              <a:spcBef>
                <a:spcPts val="1200"/>
              </a:spcBef>
              <a:defRPr sz="1800">
                <a:solidFill>
                  <a:srgbClr val="CCFBF1"/>
                </a:solidFill>
              </a:defRPr>
            </a:pPr>
            <a:r>
              <a:t>모델 · 전처리 · 평가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2E"/>
                </a:solidFill>
              </a:defRPr>
            </a:pPr>
            <a:r>
              <a:t>모델 &amp;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7C86"/>
                </a:solidFill>
              </a:defRPr>
            </a:pPr>
            <a:r>
              <a:t>3종 모델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Conv AE — 재구성 오차 기반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U-Net AE — skip connection AE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PatchCore — ResNet18 + memory bank, k-NN 거리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7C86"/>
                </a:solidFill>
              </a:defRPr>
            </a:pPr>
            <a:r>
              <a:t>전처리 (basic / enhanced)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basic: grayscale → resize → normalize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enhanced: + lung crop + CLAHE</a:t>
            </a:r>
          </a:p>
          <a:p>
            <a:pPr>
              <a:spcBef>
                <a:spcPts val="600"/>
              </a:spcBef>
              <a:defRPr sz="1500">
                <a:solidFill>
                  <a:srgbClr val="555555"/>
                </a:solidFill>
              </a:defRPr>
            </a:pPr>
            <a:r>
              <a:t>domain_gap = Exp1 AUROC − Exp2 AUROC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2E"/>
                </a:solidFill>
              </a:defRPr>
            </a:pPr>
            <a:r>
              <a:t>Phase 1 — 모델 비교 (basic)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Exp1 AUROC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Exp2 AUROC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판정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Conv 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0.486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0.478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≈ random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U-Net AE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0.493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0.490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≈ random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PatchCore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★ 우승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AE 계열 AUROC ~0.48 → 재구성 오차만으로 RSNA 일반화 불가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2E"/>
                </a:solidFill>
              </a:defRPr>
            </a:pPr>
            <a:r>
              <a:t>Phase 2 — 전처리 비교 (PatchCore)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전처리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Exp1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Exp2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domain_gap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0.716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0.157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enhanced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0.619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0.044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enhanced: Exp2 +6.0%p ↑, domain_gap 대폭 감소 → RSNA 일반화 개선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2E"/>
                </a:solidFill>
              </a:defRPr>
            </a:pPr>
            <a:r>
              <a:t>Phase 3 — HP 탐색 Top 5 (Exp2 AUROC)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run_id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Exp1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Exp2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lr1e-3_img256_k5_cs01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0.637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lr1e-4_img256_k5_cs01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0.688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0.637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lr1e-4_img256_k9_cs01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0.629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lr1e-3_img256_k9_cs01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0.665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0.629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lr1e-3_img256_k5_cs005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0.627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16조합: lr × image(224/256) × k(5/9) × coreset(0.05/0.1)  |  img256·k5·cs01 최고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2E"/>
                </a:solidFill>
              </a:defRPr>
            </a:pPr>
            <a:r>
              <a:t>단계별 Exp2 AUROC 개선</a:t>
            </a:r>
          </a:p>
        </p:txBody>
      </p:sp>
      <p:pic>
        <p:nvPicPr>
          <p:cNvPr id="3" name="Picture 2" descr="ppt_exp2_auroc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754880" cy="27045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9496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Phase 1 → 3: +7.8%p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0.559 → 0.619 → 0.637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enhanced 전처리 효과 큼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HP 튜닝으로 추가 +1.8%p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1A2E"/>
                </a:solidFill>
              </a:defRPr>
            </a:pPr>
            <a:r>
              <a:t>최종 선정 모델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Exp1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Exp2</a:t>
                      </a:r>
                    </a:p>
                  </a:txBody>
                  <a:tcPr anchor="ctr">
                    <a:solidFill>
                      <a:srgbClr val="0E7C8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AUROC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0.637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0.480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0.409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0.286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0.344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</a:defRPr>
                      </a:pPr>
                      <a:r>
                        <a:t>0.718</a:t>
                      </a:r>
                    </a:p>
                  </a:txBody>
                  <a:tcPr anchor="ctr"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55555"/>
                </a:solidFill>
              </a:defRPr>
            </a:pPr>
            <a:r>
              <a:t>PatchCore + enhanced | lr1e-3 | img256 | k5 | cs0.1  | Exp2 Recall 0.72 (민감↑, Precision 0.29)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결론 &amp;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PatchCore만 실용적 — AE는 AUROC ~0.48 (분류 불가)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enhanced 전처리 + HP 튜닝 → Exp2 AUROC 0.637 (최종)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domain_gap 0.157 → 0.052로 완화, RSNA 일반화 개선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한계: AUROC 0.64 수준, 오탐(precision) 높음 → 임상 적용엔 추가 연구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  <a:p>
            <a:pPr algn="ctr">
              <a:spcBef>
                <a:spcPts val="2000"/>
              </a:spcBef>
              <a:defRPr sz="2400">
                <a:solidFill>
                  <a:srgbClr val="A5F3FC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